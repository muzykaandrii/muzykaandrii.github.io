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custDataLst>
    <p:tags r:id="rId7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6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635896" y="764704"/>
            <a:ext cx="5256584" cy="14700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ECED3-1D46-4135-9C34-1A8A7AAF7909}" type="datetimeFigureOut">
              <a:rPr lang="ru-RU" smtClean="0"/>
              <a:t>11.09.2021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753A-9141-4C9F-932E-C055565D95D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2927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ECED3-1D46-4135-9C34-1A8A7AAF7909}" type="datetimeFigureOut">
              <a:rPr lang="ru-RU" smtClean="0"/>
              <a:t>11.09.2021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753A-9141-4C9F-932E-C055565D95D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93947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ECED3-1D46-4135-9C34-1A8A7AAF7909}" type="datetimeFigureOut">
              <a:rPr lang="ru-RU" smtClean="0"/>
              <a:t>11.09.2021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753A-9141-4C9F-932E-C055565D95D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6702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ECED3-1D46-4135-9C34-1A8A7AAF7909}" type="datetimeFigureOut">
              <a:rPr lang="ru-RU" smtClean="0"/>
              <a:t>11.09.2021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753A-9141-4C9F-932E-C055565D95D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8164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ECED3-1D46-4135-9C34-1A8A7AAF7909}" type="datetimeFigureOut">
              <a:rPr lang="ru-RU" smtClean="0"/>
              <a:t>11.09.2021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753A-9141-4C9F-932E-C055565D95D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5625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ECED3-1D46-4135-9C34-1A8A7AAF7909}" type="datetimeFigureOut">
              <a:rPr lang="ru-RU" smtClean="0"/>
              <a:t>11.09.2021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753A-9141-4C9F-932E-C055565D95D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175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ECED3-1D46-4135-9C34-1A8A7AAF7909}" type="datetimeFigureOut">
              <a:rPr lang="ru-RU" smtClean="0"/>
              <a:t>11.09.2021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753A-9141-4C9F-932E-C055565D95D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4430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ECED3-1D46-4135-9C34-1A8A7AAF7909}" type="datetimeFigureOut">
              <a:rPr lang="ru-RU" smtClean="0"/>
              <a:t>11.09.2021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753A-9141-4C9F-932E-C055565D95D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4299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ECED3-1D46-4135-9C34-1A8A7AAF7909}" type="datetimeFigureOut">
              <a:rPr lang="ru-RU" smtClean="0"/>
              <a:t>11.09.2021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753A-9141-4C9F-932E-C055565D95D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38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ECED3-1D46-4135-9C34-1A8A7AAF7909}" type="datetimeFigureOut">
              <a:rPr lang="ru-RU" smtClean="0"/>
              <a:t>11.09.2021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753A-9141-4C9F-932E-C055565D95D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6002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ECED3-1D46-4135-9C34-1A8A7AAF7909}" type="datetimeFigureOut">
              <a:rPr lang="ru-RU" smtClean="0"/>
              <a:t>11.09.2021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753A-9141-4C9F-932E-C055565D95D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6517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27504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844824"/>
            <a:ext cx="8229600" cy="4680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4ECED3-1D46-4135-9C34-1A8A7AAF7909}" type="datetimeFigureOut">
              <a:rPr lang="ru-RU" smtClean="0"/>
              <a:t>11.09.2021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BF753A-9141-4C9F-932E-C055565D95D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0160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491880" y="764704"/>
            <a:ext cx="5472608" cy="1470025"/>
          </a:xfrm>
        </p:spPr>
        <p:txBody>
          <a:bodyPr>
            <a:noAutofit/>
          </a:bodyPr>
          <a:lstStyle/>
          <a:p>
            <a:r>
              <a:rPr lang="uk-UA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Розвиток пізнавального процесу школярів через впровадження ІКТ у навчальний процес</a:t>
            </a:r>
            <a:endParaRPr lang="uk-UA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3809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179512" y="116632"/>
            <a:ext cx="6480720" cy="3384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 час </a:t>
            </a:r>
            <a:r>
              <a:rPr lang="uk-U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новітніх технологій значно розширився ступінь впливу навколишнього світу на підростаюче покоління. Спілкування наших дітей з однолітками дедалі частіше стає віртуальним</a:t>
            </a:r>
            <a:r>
              <a:rPr lang="uk-UA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uk-UA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чати</a:t>
            </a:r>
            <a:r>
              <a:rPr lang="uk-U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uk-UA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uk-UA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соціальні </a:t>
            </a:r>
            <a:r>
              <a:rPr lang="uk-U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мережі, </a:t>
            </a:r>
            <a:endParaRPr lang="uk-UA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uk-UA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форми</a:t>
            </a:r>
            <a:r>
              <a:rPr lang="uk-U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uk-UA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uk-UA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електронна </a:t>
            </a:r>
            <a:r>
              <a:rPr lang="uk-U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почта. </a:t>
            </a:r>
            <a:endParaRPr lang="uk-UA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Місце для вмісту 2"/>
          <p:cNvSpPr txBox="1">
            <a:spLocks/>
          </p:cNvSpPr>
          <p:nvPr/>
        </p:nvSpPr>
        <p:spPr>
          <a:xfrm>
            <a:off x="251520" y="3068960"/>
            <a:ext cx="8229600" cy="2088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uk-UA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Інтернет, у свою чергу, є засобом залучення дітей до інформаційної культури. Важливо навчити дитину шукати, опрацьовувати та використовувати великий обсяг інформації за короткий інтервал часу.</a:t>
            </a:r>
            <a:endParaRPr lang="uk-U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936" y="4077072"/>
            <a:ext cx="4572000" cy="2397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191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0" y="1484784"/>
            <a:ext cx="8928992" cy="230425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Використовування цифрових технологій на уроці дає змогу зробити процес навчання мобільним, диференційованим і індивідуальним. Наочність ІКТ і простота у використанні поліпшують навчальний процес, розвивають творчі здібності, викликають зацікавленість, дають мотивацію для самоосвіти.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976" y="3789040"/>
            <a:ext cx="3672408" cy="285864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38734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107504" y="1628800"/>
            <a:ext cx="9036496" cy="468052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ІКТ підсилює наочність, що, у свою чергу, сприяє вихованню художнього смаку учнів і вдосконалює їхні емоційні сферу. Так на уроках у 2-му класі під час вивчення можливостей графічного редактора можна здійснити з учнями віртуальні подорожі до музеїв світу продемонструвати картини художників і багато чого іншого.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048" y="3645024"/>
            <a:ext cx="3024336" cy="273630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02043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179512" y="1844824"/>
            <a:ext cx="8712968" cy="223224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ІКТ допомагає здійснювати контроль і само контроль знань, виконувати тестові завдання, повторювати і закріплювати вивчений матеріал, розв’язувати інтерактивні вправи і завдання, розвивати образне мислення.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984" y="3068960"/>
            <a:ext cx="3960440" cy="353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9473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796cfd6fe86f2f947ebfe6741e59988aa841f0e8"/>
</p:tagLst>
</file>

<file path=ppt/theme/theme1.xml><?xml version="1.0" encoding="utf-8"?>
<a:theme xmlns:a="http://schemas.openxmlformats.org/drawingml/2006/main" name="Тема Office">
  <a:themeElements>
    <a:clrScheme name="Волна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191</Words>
  <Application>Microsoft Office PowerPoint</Application>
  <PresentationFormat>Екран (4:3)</PresentationFormat>
  <Paragraphs>10</Paragraphs>
  <Slides>5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</vt:i4>
      </vt:variant>
    </vt:vector>
  </HeadingPairs>
  <TitlesOfParts>
    <vt:vector size="10" baseType="lpstr">
      <vt:lpstr>Arial</vt:lpstr>
      <vt:lpstr>Calibri</vt:lpstr>
      <vt:lpstr>Times New Roman</vt:lpstr>
      <vt:lpstr>Wingdings</vt:lpstr>
      <vt:lpstr>Тема Office</vt:lpstr>
      <vt:lpstr>Розвиток пізнавального процесу школярів через впровадження ІКТ у навчальний процес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>http://presentation-creation.ru/</Company>
  <LinksUpToDate>false</LinksUpToDate>
  <SharedDoc>false</SharedDoc>
  <HyperlinkBase>http://presentation-creation.ru/powerpoint-templates.html</HyperlinkBase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Шаблон презентации "Интернет для бизнеса"</dc:title>
  <dc:creator>obstinate</dc:creator>
  <cp:keywords>шаблон презентации, шаблон для презентации</cp:keywords>
  <cp:lastModifiedBy>admins</cp:lastModifiedBy>
  <cp:revision>12</cp:revision>
  <dcterms:created xsi:type="dcterms:W3CDTF">2017-12-25T06:18:05Z</dcterms:created>
  <dcterms:modified xsi:type="dcterms:W3CDTF">2021-09-11T18:19:23Z</dcterms:modified>
</cp:coreProperties>
</file>