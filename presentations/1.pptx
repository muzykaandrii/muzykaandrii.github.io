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27584" y="260648"/>
            <a:ext cx="7772400" cy="1470025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47664" y="1460376"/>
            <a:ext cx="6400800" cy="8164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3541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686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44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845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168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119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5409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77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596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544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197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5736" y="44624"/>
            <a:ext cx="649106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CB3F5-6833-4B9A-BC34-E253795C309B}" type="datetimeFigureOut">
              <a:rPr lang="ru-RU" smtClean="0"/>
              <a:t>11.09.2021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A16AA-6BA5-4560-972A-C99A26A29857}" type="slidenum">
              <a:rPr lang="ru-RU" smtClean="0"/>
              <a:t>‹№›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4252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79512" y="1196752"/>
            <a:ext cx="8712968" cy="1470025"/>
          </a:xfrm>
        </p:spPr>
        <p:txBody>
          <a:bodyPr>
            <a:normAutofit fontScale="90000"/>
          </a:bodyPr>
          <a:lstStyle/>
          <a:p>
            <a:r>
              <a:rPr lang="uk-UA" sz="3600" dirty="0" smtClean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Психолого–педагогічні аспекти використання ІКТ в 1-2 класах у закладах загальної середньої освіти</a:t>
            </a:r>
            <a:r>
              <a:rPr lang="uk-UA" sz="3600" dirty="0" smtClean="0">
                <a:effectLst/>
              </a:rPr>
              <a:t>.</a:t>
            </a:r>
            <a:r>
              <a:rPr lang="uk-UA" dirty="0">
                <a:effectLst/>
              </a:rPr>
              <a:t/>
            </a:r>
            <a:br>
              <a:rPr lang="uk-UA" dirty="0">
                <a:effectLst/>
              </a:rPr>
            </a:br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29576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7021" y="1268761"/>
            <a:ext cx="8784976" cy="3240360"/>
          </a:xfrm>
        </p:spPr>
        <p:txBody>
          <a:bodyPr/>
          <a:lstStyle/>
          <a:p>
            <a:pPr marL="0" indent="0" algn="just">
              <a:buNone/>
            </a:pPr>
            <a:r>
              <a:rPr lang="ru-RU" sz="2400" b="1" i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400" b="1" i="1" u="sng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Молодший </a:t>
            </a:r>
            <a:r>
              <a:rPr lang="ru-RU" sz="2400" b="1" i="1" u="sng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шкільний вік </a:t>
            </a:r>
            <a:r>
              <a:rPr lang="ru-RU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один із найважливіших періодів у процесі розвитку особистості. Використання ІКТ в освітньому процесі молодших школярів нової української школи спричиняє потребу розгляду психолого — педагогічних аспектів взаємодії дитини і комп’ютера з урахуванням її вікових особливостей фізичного, психічного і розумового розвитку.</a:t>
            </a:r>
            <a:endParaRPr lang="uk-UA" sz="24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-1798" b="1798"/>
          <a:stretch/>
        </p:blipFill>
        <p:spPr>
          <a:xfrm>
            <a:off x="2123728" y="3645024"/>
            <a:ext cx="6447656" cy="30357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748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07504" y="1268761"/>
            <a:ext cx="8892480" cy="316835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Введення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 процесу навчальної діяльності елементів гри в дітей виникають позитивні емоції, що підвищує їхню пізнавальну 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активність, інтерес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дитини та знімає зайве психологічне напруження.</a:t>
            </a:r>
          </a:p>
          <a:p>
            <a:pPr marL="0" indent="0" algn="just">
              <a:buNone/>
            </a:pP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Окрім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того, запам’ятовування матеріалу відбувається краще тоді, коли він цікавий, а ігрові програми для дитини зробити цікавими значно простіше.</a:t>
            </a:r>
          </a:p>
          <a:p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4005064"/>
            <a:ext cx="4104456" cy="2733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0868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19239" y="1196752"/>
            <a:ext cx="8784976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ІКТ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підвищують продуктивність 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навчально-виховного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процесу тільки тоді, коли вчитель добре уявляє психологічні основи застосування їх і враховує особливості сприйняття інформації у процесі навчання.</a:t>
            </a:r>
          </a:p>
          <a:p>
            <a:pPr marL="0" indent="0" algn="just">
              <a:buNone/>
            </a:pP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Велика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роль засобів інформаційно комунікаційних технологій і у процесі запам’ятовування. Вони сприяють закріпленню отриманих знаю, створює з кралі опорні моменти, допомагають запам’ятати логічну «нитку» навчального матеріалу, систематизувати отриману інформацію тощо.</a:t>
            </a:r>
          </a:p>
          <a:p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4725144"/>
            <a:ext cx="3557194" cy="20060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5920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0" y="1196752"/>
            <a:ext cx="8856984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Завдяки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інтернету діти та підлітки шукають потрібно інформацію для заняття. Комп’ютер є не тільки розвагою, але й засобом спілкування, самовираження та розвитку особистості. 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Навчальні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розвивальні та розважальні інтернет-ресурси орієнтована на дітей будь-якого віку. </a:t>
            </a:r>
            <a:endParaRPr lang="uk-UA" sz="2400" dirty="0" smtClean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За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їх допомогою діти були 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зацікавлені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ігровій 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формі, 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засвоюють основи письма, учиться малювати та моделювати, привчають до самостійної роботи і уявляють навколишній світ.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08" y="4293096"/>
            <a:ext cx="3048000" cy="24574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120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0" y="1412776"/>
            <a:ext cx="8928992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uk-UA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uk-UA" sz="2400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Учитель</a:t>
            </a:r>
            <a:r>
              <a:rPr lang="uk-UA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здійснюючи педагогічну діяльність засобами ІКТ, повинен обов’язково враховувати психологічні принципи взаємодії учнів з комп’ютером для створення оптимальних умов педагогічного впливу та отримання очікуваного результату. Але поставленої мети можна досягнути лише за умови збереження здоров’я учнів.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645024"/>
            <a:ext cx="3456384" cy="29703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8135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1658cb6ae5a8922d42422bd2b36334f6943489"/>
</p:tagLst>
</file>

<file path=ppt/theme/theme1.xml><?xml version="1.0" encoding="utf-8"?>
<a:theme xmlns:a="http://schemas.openxmlformats.org/drawingml/2006/main" name="Тема Office">
  <a:themeElements>
    <a:clrScheme name="Кутюр">
      <a:dk1>
        <a:sysClr val="windowText" lastClr="000000"/>
      </a:dk1>
      <a:lt1>
        <a:sysClr val="window" lastClr="FFFFFF"/>
      </a:lt1>
      <a:dk2>
        <a:srgbClr val="37302A"/>
      </a:dk2>
      <a:lt2>
        <a:srgbClr val="D0CCB9"/>
      </a:lt2>
      <a:accent1>
        <a:srgbClr val="9E8E5C"/>
      </a:accent1>
      <a:accent2>
        <a:srgbClr val="A09781"/>
      </a:accent2>
      <a:accent3>
        <a:srgbClr val="85776D"/>
      </a:accent3>
      <a:accent4>
        <a:srgbClr val="AEAFA9"/>
      </a:accent4>
      <a:accent5>
        <a:srgbClr val="8D878B"/>
      </a:accent5>
      <a:accent6>
        <a:srgbClr val="6B6149"/>
      </a:accent6>
      <a:hlink>
        <a:srgbClr val="B6A272"/>
      </a:hlink>
      <a:folHlink>
        <a:srgbClr val="8A784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</Words>
  <Application>Microsoft Office PowerPoint</Application>
  <PresentationFormat>Екран (4:3)</PresentationFormat>
  <Paragraphs>9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Тема Office</vt:lpstr>
      <vt:lpstr>Психолого–педагогічні аспекти використання ІКТ в 1-2 класах у закладах загальної середньої освіти. 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http://presentation-creation.ru</Company>
  <LinksUpToDate>false</LinksUpToDate>
  <SharedDoc>false</SharedDoc>
  <HyperlinkBase>http://presentation-creation.ru/powerpoint-templates.html</HyperlinkBase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"Рабочий стол"</dc:title>
  <dc:creator>obstinate</dc:creator>
  <cp:keywords>фон для презентации, шаблон презентации, тема оформления презентации</cp:keywords>
  <cp:lastModifiedBy>admins</cp:lastModifiedBy>
  <cp:revision>15</cp:revision>
  <dcterms:created xsi:type="dcterms:W3CDTF">2017-12-25T10:35:16Z</dcterms:created>
  <dcterms:modified xsi:type="dcterms:W3CDTF">2021-09-11T17:33:18Z</dcterms:modified>
</cp:coreProperties>
</file>